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EWORK SOCIAL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Managing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 Way.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340156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 of eWork Social — the tool built for digital marketers, agencies &amp; freelance SMMs.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 Oshapi  |  Digital Marketing Manager &amp; Founder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640080"/>
            <a:ext cx="1463040" cy="146304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1600200"/>
            <a:ext cx="822960" cy="82296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737360"/>
            <a:ext cx="457200" cy="4572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for you if...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47472" y="987552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987552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14300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7592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an Agency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12064" y="2633472"/>
            <a:ext cx="241401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5+ clients across platforms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chaos every week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takes hours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987552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87552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14300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55848" y="20848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Freelance SMM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410712" y="2633472"/>
            <a:ext cx="241401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Juggling DMs, emails &amp; content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that fits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want real-time updates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987552"/>
            <a:ext cx="27432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98755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4888" y="114300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4888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54496" y="208483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Your Brand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09360" y="2633472"/>
            <a:ext cx="241401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manually every day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 calendar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peak engagement times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checked any of these — you are exactly who I built this for.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sound familiar?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78992"/>
            <a:ext cx="2697480" cy="347472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78992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261872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261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48056" y="2084832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browser tabs open at once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" y="2724912"/>
            <a:ext cx="2441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into Instagram, Facebook, LinkedIn, TikTok — separately, every single day. Time you will never get back.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697480" cy="347472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078992"/>
            <a:ext cx="2697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261872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261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8416" y="2084832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in Google Sheets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28416" y="2724912"/>
            <a:ext cx="2441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clients who keep editing it. Version chaos. Nothing approved on time. Sound familiar?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1078992"/>
            <a:ext cx="2697480" cy="347472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078992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126187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2618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08776" y="2084832"/>
            <a:ext cx="2441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via WhatsApp at 11pm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08776" y="2724912"/>
            <a:ext cx="2441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change the caption?" No proper workflow. No paper trail. Just endless back-and-forth.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better way  -&gt;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eWork Social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3200400" y="196596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848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dashboard. Every platform. Every client.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697480"/>
            <a:ext cx="1993392" cy="2103120"/>
          </a:xfrm>
          <a:prstGeom prst="rect">
            <a:avLst/>
          </a:prstGeom>
          <a:solidFill>
            <a:srgbClr val="080C1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697480"/>
            <a:ext cx="19933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2834640"/>
            <a:ext cx="731520" cy="7315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" y="367588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4114800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 across all platforms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2697480"/>
            <a:ext cx="1993392" cy="2103120"/>
          </a:xfrm>
          <a:prstGeom prst="rect">
            <a:avLst/>
          </a:prstGeom>
          <a:solidFill>
            <a:srgbClr val="080C1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2697480"/>
            <a:ext cx="19933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2834640"/>
            <a:ext cx="731520" cy="7315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152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23744" y="367588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23744" y="4114800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clients in one workspace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2697480"/>
            <a:ext cx="1993392" cy="2103120"/>
          </a:xfrm>
          <a:prstGeom prst="rect">
            <a:avLst/>
          </a:prstGeom>
          <a:solidFill>
            <a:srgbClr val="080C1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6864" y="2697480"/>
            <a:ext cx="19933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834640"/>
            <a:ext cx="731520" cy="7315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0016" y="367588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0016" y="4114800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&amp; reporting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3136" y="2697480"/>
            <a:ext cx="1993392" cy="2103120"/>
          </a:xfrm>
          <a:prstGeom prst="rect">
            <a:avLst/>
          </a:prstGeom>
          <a:solidFill>
            <a:srgbClr val="080C1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2697480"/>
            <a:ext cx="199339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4072" y="2834640"/>
            <a:ext cx="731520" cy="73152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4072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76288" y="367588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76288" y="4114800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Auto-responder for DMs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to ALL of these from one place.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005840"/>
            <a:ext cx="1828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8176" y="1207008"/>
            <a:ext cx="749808" cy="749808"/>
          </a:xfrm>
          <a:prstGeom prst="ellipse">
            <a:avLst/>
          </a:prstGeom>
          <a:solidFill>
            <a:srgbClr val="C13584"/>
          </a:solidFill>
          <a:ln w="12700">
            <a:solidFill>
              <a:srgbClr val="C135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8176" y="12070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16352" y="1005840"/>
            <a:ext cx="1828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55848" y="1207008"/>
            <a:ext cx="749808" cy="749808"/>
          </a:xfrm>
          <a:prstGeom prst="ellipse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2070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16352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64024" y="1005840"/>
            <a:ext cx="1828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1207008"/>
            <a:ext cx="749808" cy="749808"/>
          </a:xfrm>
          <a:prstGeom prst="ellipse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2070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4024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11696" y="1005840"/>
            <a:ext cx="1828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51192" y="1207008"/>
            <a:ext cx="749808" cy="749808"/>
          </a:xfrm>
          <a:prstGeom prst="ellipse">
            <a:avLst/>
          </a:prstGeom>
          <a:solidFill>
            <a:srgbClr val="010101"/>
          </a:solidFill>
          <a:ln w="12700">
            <a:solidFill>
              <a:srgbClr val="0101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51192" y="12070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1696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2679192"/>
            <a:ext cx="1828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8176" y="2880360"/>
            <a:ext cx="749808" cy="74980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28803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16352" y="2679192"/>
            <a:ext cx="1828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2880360"/>
            <a:ext cx="749808" cy="749808"/>
          </a:xfrm>
          <a:prstGeom prst="ellipse">
            <a:avLst/>
          </a:prstGeom>
          <a:solidFill>
            <a:srgbClr val="101010"/>
          </a:solidFill>
          <a:ln w="12700">
            <a:solidFill>
              <a:srgbClr val="1010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28803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16352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64024" y="2679192"/>
            <a:ext cx="1828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2880360"/>
            <a:ext cx="749808" cy="749808"/>
          </a:xfrm>
          <a:prstGeom prst="ellipse">
            <a:avLst/>
          </a:prstGeom>
          <a:solidFill>
            <a:srgbClr val="0085FF"/>
          </a:solidFill>
          <a:ln w="12700">
            <a:solidFill>
              <a:srgbClr val="008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8803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64024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Bluesky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11696" y="2679192"/>
            <a:ext cx="18288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51192" y="2880360"/>
            <a:ext cx="749808" cy="749808"/>
          </a:xfrm>
          <a:prstGeom prst="ellipse">
            <a:avLst/>
          </a:prstGeom>
          <a:solidFill>
            <a:srgbClr val="14171A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28803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11696" y="37307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platforms coming soon  |  Pinterest  |  WhatsApp Business  |  Telegram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Scheduler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create and schedule content across every platform — without logging into each one separately.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40233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posts days, weeks or months ahead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multiple platforms simultaneously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calendar view of your content pipeline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schedule, edit and publish in one flow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clients without logging out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63440" y="228600"/>
            <a:ext cx="4160520" cy="4663440"/>
          </a:xfrm>
          <a:prstGeom prst="rect">
            <a:avLst/>
          </a:prstGeom>
          <a:solidFill>
            <a:srgbClr val="080C1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228600"/>
            <a:ext cx="4160520" cy="475488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292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Scheduler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36592" y="822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Total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62472" y="822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Scheduled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88352" y="822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Published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977640" cy="68580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|  Scheduled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social for clients shouldn't feel like a second job...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130552"/>
            <a:ext cx="3977640" cy="68580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21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 |  Draft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4963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social for clients shouldn't feel like a second job...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935224"/>
            <a:ext cx="3977640" cy="68580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|  Published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social for clients shouldn't feel like a second job...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739896"/>
            <a:ext cx="3977640" cy="68580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831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 |  Scheduled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4105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social for clients shouldn't feel like a second job...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Multi-Client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clients instantly. Every workspace stays separate, secure and organised.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4023360" cy="1444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600200"/>
            <a:ext cx="64008" cy="1444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0992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099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Client Workspaces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214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gets their own workspace with connected accounts, posts and analytics. Nothing bleeds between clients.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4023360" cy="1444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00200"/>
            <a:ext cx="64008" cy="1444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70992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7099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Client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212140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leads, manage relationships and log every interaction. Never lose context on a client again.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27832"/>
            <a:ext cx="4023360" cy="1444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27832"/>
            <a:ext cx="64008" cy="1444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3375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337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749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team members or clients to a workspace. Set roles and control exactly what they see.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227832"/>
            <a:ext cx="4023360" cy="1444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227832"/>
            <a:ext cx="64008" cy="1444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3375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337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&amp; Onboard Clients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3749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workspace invites via email. Clients join and see only their own workspace — clean and professional.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 what's working. Let the data tell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14600" cy="141732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7276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677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in one 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514600" cy="141732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7276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22677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engagement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514600" cy="1417320"/>
          </a:xfrm>
          <a:prstGeom prst="rect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7276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22677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Track reach, impressions and engagement per post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Compare performance across platforms side by side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See your best-performing content at a glance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Share client-ready reports directly from the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OFFER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spots remaining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+ 50% off first 3 months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Priority early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Closes when full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4187952"/>
            <a:ext cx="54864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18795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your spot  -&gt;  eworksocial.com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Founding Members Get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92608" y="1024128"/>
            <a:ext cx="269748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9768" y="1161288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161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133856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 First 3 Months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 forever — never goes back to full price for you.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18688" y="1024128"/>
            <a:ext cx="269748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161288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161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1133856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157276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 before public launch. First to every new feature.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1024128"/>
            <a:ext cx="269748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81928" y="1161288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161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1133856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the Product Roadmap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157276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to build next. Your feedback drives our decisions.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" y="2807208"/>
            <a:ext cx="269748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" y="2944368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2916936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Onboarding Call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35584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who sign up today get a 1-on-1 call with Bernard.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18688" y="2807208"/>
            <a:ext cx="269748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55848" y="2944368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23360" y="2916936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 Badge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23360" y="335584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recognition as an original eWork Social supporter.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44768" y="2807208"/>
            <a:ext cx="269748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81928" y="2944368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49440" y="2916936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Lock Guarantee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335584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rate never increases as long as you stay subscribed.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Claim Your Spot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515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48840" y="11155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 eworksocial.com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41348" y="1600200"/>
            <a:ext cx="0" cy="164592"/>
          </a:xfrm>
          <a:prstGeom prst="line">
            <a:avLst/>
          </a:prstGeom>
          <a:noFill/>
          <a:ln w="25400">
            <a:solidFill>
              <a:srgbClr val="1A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764792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1828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'Start Free Trial'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1348" y="2313432"/>
            <a:ext cx="0" cy="164592"/>
          </a:xfrm>
          <a:prstGeom prst="line">
            <a:avLst/>
          </a:prstGeom>
          <a:noFill/>
          <a:ln w="25400">
            <a:solidFill>
              <a:srgbClr val="1A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478024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478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2542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account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41348" y="3026664"/>
            <a:ext cx="0" cy="164592"/>
          </a:xfrm>
          <a:prstGeom prst="line">
            <a:avLst/>
          </a:prstGeom>
          <a:noFill/>
          <a:ln w="25400">
            <a:solidFill>
              <a:srgbClr val="1A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191256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325526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(check your inbox)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41348" y="3739896"/>
            <a:ext cx="0" cy="164592"/>
          </a:xfrm>
          <a:prstGeom prst="line">
            <a:avLst/>
          </a:prstGeom>
          <a:noFill/>
          <a:ln w="25400">
            <a:solidFill>
              <a:srgbClr val="1A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904488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48840" y="39684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 — founding member spot locked!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71600" y="4645152"/>
            <a:ext cx="6400800" cy="320040"/>
          </a:xfrm>
          <a:prstGeom prst="rect">
            <a:avLst/>
          </a:prstGeom>
          <a:solidFill>
            <a:srgbClr val="0C152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645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eworksocial.com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777240"/>
            <a:ext cx="2011680" cy="2011680"/>
          </a:xfrm>
          <a:prstGeom prst="ellipse">
            <a:avLst/>
          </a:prstGeom>
          <a:solidFill>
            <a:srgbClr val="0C1524"/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6160" y="777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Me Anything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questions in the comments — I will answer every single one.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074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eworksocial.com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eWork Social — Live Webinar</dc:title>
  <dc:subject>PptxGenJS Presentation</dc:subject>
  <dc:creator>PptxGenJS</dc:creator>
  <cp:lastModifiedBy>PptxGenJS</cp:lastModifiedBy>
  <cp:revision>1</cp:revision>
  <dcterms:created xsi:type="dcterms:W3CDTF">2026-06-03T15:10:49Z</dcterms:created>
  <dcterms:modified xsi:type="dcterms:W3CDTF">2026-06-03T15:10:49Z</dcterms:modified>
</cp:coreProperties>
</file>